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Computer Processor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Kompyuterlar nima uchun qiziydi va qanday soviydi?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57200" y="1920240"/>
            <a:ext cx="7132320" cy="1005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22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Protsessor ishlayotganda issiqlik ajralib chiqishi va kulerlar yordamida sovutish fizikasi.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457200" y="3017520"/>
            <a:ext cx="7132320" cy="3383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Universitet: Jizzax davlat pedagogika universiteti tabiiy fanlar oliy maktabi</a:t>
            </a:r>
          </a:p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Fan: Axborot tizimlari</a:t>
            </a:r>
          </a:p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Guruh: 242_26</a:t>
            </a:r>
          </a:p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Talaba: Toshboʻriyeva Marjona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PC Internals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Taqdimot rejasi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1-reja. Tranzistorlar va issiqlik ajralib chiqish fizikasi (Joul-Lents qonuni).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2-reja. Issiqlik o'tkazuvchanlik: Termopasta va radiatorlar vazifasi.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3-reja. Konveksiya va faol sovutish (Kulerlar va suvli tizimlar).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Xulosa. Issiqlik boshqaruvining zamonaviy axborot tizimlaridagi ahamiyati.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35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6B35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FF6B35"/>
                </a:solidFill>
                <a:latin typeface="Times New Roman"/>
                <a:cs typeface="Times New Roman"/>
                <a:ea typeface="Times New Roman"/>
              </a:rPr>
              <a:t>Transistors Microchip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FF6B35"/>
                </a:solidFill>
                <a:latin typeface="Times New Roman"/>
                <a:cs typeface="Times New Roman"/>
                <a:ea typeface="Times New Roman"/>
              </a:rPr>
              <a:t>1. Nega protsessor (CPU) qiziydi?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Kompyuterning miyasi bo'lgan protsessor (CPU) ichida milliardlab mikroskopik tranzistorlar joylashgan.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Elektr signallari: Har doim kompyuter ma'lumotni (0 va 1) qayta ishlaganda, bu tranzistorlar orqali elektr toki o'tadi.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Energiya almashinuvi: Fizikaning energiya saqlanish qonuniga ko'ra, tranzistorlarning ishlashiga sarflangan elektr energiyasi yo'qolib ketmaydi, balki to'g'ridan-to'g'ri issiqlik energiyasiga aylanadi.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E63946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E63946"/>
                </a:solidFill>
                <a:latin typeface="Times New Roman"/>
                <a:cs typeface="Times New Roman"/>
                <a:ea typeface="Times New Roman"/>
              </a:rPr>
              <a:t>Physics Energy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E63946"/>
                </a:solidFill>
                <a:latin typeface="Times New Roman"/>
                <a:cs typeface="Times New Roman"/>
                <a:ea typeface="Times New Roman"/>
              </a:rPr>
              <a:t>Joul-Lents qonuni amalda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Protsessordagi qizish bevosita fizikaning Joul-Lents qonuni bilan tushuntiriladi.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Qarshilik va Issiqlik: Har qanday o'tkazgich elektr tokiga ma'lum bir qarshilik ko'rsatadi. Elektr toki bu qarshilikni yengib o'tayotganda atomlar bilan to'qnashadi va kinetik energiya (issiqlik) hosil qiladi.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TDP (Thermal Design Power): Bu protsessorning maksimal yuklamada qancha issiqlik (Vatt hisobida) ajratib chiqarishini ko'rsatuvchi ko'rsatkichdir.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Thermal Paste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2. Issiqlikni uzoqlashtirish: Termopasta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Protsessor yuzasida hosil bo'lgan kuchli issiqlikni tezda olib tashlash axborot tizimining barqaror ishlashi uchun juda muhim.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Mikroskopik bo'shliqlar: Protsessor va uning ustiga qo'yiladigan radiator yuzasi ko'zga tekis ko'rinsa-da, mikroskop ostida g'adir-budur bo'ladi. Ular orasida issiqlikni yomon o'tkazuvchi havo qolib ketadi.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Termopastaning vazifasi: Suyuq termopasta ana shu bo'shliqlarni to'ldiradi va issiqlikni protsessordan radiatorga maksimal darajada tez o'tkazib beradi.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CAE4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48CAE4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48CAE4"/>
                </a:solidFill>
                <a:latin typeface="Times New Roman"/>
                <a:cs typeface="Times New Roman"/>
                <a:ea typeface="Times New Roman"/>
              </a:rPr>
              <a:t>Heatsink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48CAE4"/>
                </a:solidFill>
                <a:latin typeface="Times New Roman"/>
                <a:cs typeface="Times New Roman"/>
                <a:ea typeface="Times New Roman"/>
              </a:rPr>
              <a:t>Radiator (Heatsink) fizikasi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Termopasta orqali o'tgan issiqlik mis yoki alyuminiydan yasalgan radiatorga yetib boradi.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Yuzani kattalashtirish fizikasi: Radiator nima uchun ko'plab yupqa qanotchalardan (plastinalardan) iborat? Termodinamika qonunlariga ko'ra, jismning yuzasi qanchalik katta bo'lsa, u atrof-muhitga issiqlikni shunchalik tez tarqatadi.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Mis va Alyuminiy: Mis issiqlikni tez qabul qiladi, alyuminiy esa uni havoga tez tarqatadi. Ko'p radiatorlar shu ikki metallning gibrididan yasaladi.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Computer Fan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3. Konveksiya: Kuler (Ventilyator) qanday soviydi?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Radiator o'ziga issiqlikni olgach, uning atrofidagi havo qiziydi. Agar bu havo yangilanmasa, sovutish to'xtaydi.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Faol sovutish (Active Cooling): Kuler (ventilyator) radiator qanotchalari orasiga sovuq havoni kuch bilan purkaydi.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Majburiy konveksiya: Fizikadagi konveksiya hodisasi tufayli sovuq havo molekulalari radiatordagi issiqlikni o'ziga olib, korpusdan tashqariga uchib chiqib ketadi.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8CAE4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48CAE4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48CAE4"/>
                </a:solidFill>
                <a:latin typeface="Times New Roman"/>
                <a:cs typeface="Times New Roman"/>
                <a:ea typeface="Times New Roman"/>
              </a:rPr>
              <a:t>Liquid Cooling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48CAE4"/>
                </a:solidFill>
                <a:latin typeface="Times New Roman"/>
                <a:cs typeface="Times New Roman"/>
                <a:ea typeface="Times New Roman"/>
              </a:rPr>
              <a:t>Suvli sovutish (Liquid Cooling) texnologiyasi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Juda kuchli protsessorlar (masalan, Data markazlar yoki o'yin kompyuterlari) uchun oddiy havo yetarli bo'lmaydi.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Suvning issiqlik sig'imi: Fizikaga ko'ra, suvning issiqlik sig'imi havoga qaraganda ancha yuqori. Ya'ni suv o'ziga ko'proq issiqlikni yuta oladi.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- Suyuqlik aylanmasi: Maxsus nasos yordamida suyuqlik protsessor ustidagi blokdan o'tib, issiqlikni yutadi va katta radiatorga olib borib, ventilyatorlar yordamida soviydi.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Data Center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Xulosa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Xulosa qilib aytganda, kompyuterning ishlashi to'liq elektr toki va termodinamika qonunlariga bog'liq. Axborot qanchalik tez qayta ishlansa, shuncha ko'p elektr issiqlikka aylanadi.</a:t>
            </a:r>
          </a:p>
          <a:p>
            <a:pPr algn="l">
              <a:spcAft>
                <a:spcPts val="400"/>
              </a:spcAft>
            </a:pPr>
            <a:r>
              <a:rPr lang="uz-UZ" sz="18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Samarali sovutish tizimlari (kulerlar, radiatorlar va termopasta) nafaqat kompyuterning qotib qolmasligini, balki uning ehtiyot qismlari yonib ketmasdan uzoq yillar barqaror ishlashini kafolatlovchi asosiy injenerlik yechimidir.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3" name="accen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</p:spPr>
        <p:txBody>
          <a:bodyPr wrap="square" anchor="ctr">
            <a:normAutofit/>
          </a:bodyPr>
          <a:lstStyle/>
          <a:p/>
        </p:txBody>
      </p:sp>
      <p:sp>
        <p:nvSpPr>
          <p:cNvPr id="4" name="placeholder"/>
          <p:cNvSpPr/>
          <p:nvPr/>
        </p:nvSpPr>
        <p:spPr>
          <a:xfrm>
            <a:off x="7863840" y="914400"/>
            <a:ext cx="3840480" cy="4846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4D8"/>
            </a:solidFill>
          </a:ln>
        </p:spPr>
        <p:txBody>
          <a:bodyPr wrap="square" anchor="ctr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uz-UZ" sz="14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Abstract IT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457200"/>
            <a:ext cx="713232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4000" b="1" dirty="0">
                <a:solidFill>
                  <a:srgbClr val="00B4D8"/>
                </a:solidFill>
                <a:latin typeface="Times New Roman"/>
                <a:cs typeface="Times New Roman"/>
                <a:ea typeface="Times New Roman"/>
              </a:rPr>
              <a:t>E'tiboringiz uchun rahmat!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457200" y="2103120"/>
            <a:ext cx="713232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Mavzu: Kompyuterning qizishi va sovutish fizikasi</a:t>
            </a:r>
          </a:p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Taqdimotchi: Toshboʻriyeva Marjona (242_26 - guruh)</a:t>
            </a:r>
          </a:p>
          <a:p>
            <a:pPr algn="l">
              <a:spcAft>
                <a:spcPts val="400"/>
              </a:spcAft>
            </a:pPr>
            <a:r>
              <a:rPr lang="uz-UZ" sz="1400" dirty="0">
                <a:solidFill>
                  <a:srgbClr val="F0F6FC"/>
                </a:solidFill>
                <a:latin typeface="Times New Roman"/>
                <a:cs typeface="Times New Roman"/>
                <a:ea typeface="Times New Roman"/>
              </a:rPr>
              <a:t>Jizzax davlat pedagogika universiteti - Axborot tizimlari fani.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yber">
  <a:themeElements>
    <a:clrScheme name="Cyber">
      <a:dk1>
        <a:srgbClr val="F0F6FC"/>
      </a:dk1>
      <a:lt1>
        <a:srgbClr val="0D1117"/>
      </a:lt1>
      <a:dk2>
        <a:srgbClr val="F0F6FC"/>
      </a:dk2>
      <a:lt2>
        <a:srgbClr val="161B22"/>
      </a:lt2>
      <a:accent1>
        <a:srgbClr val="FF6B35"/>
      </a:accent1>
      <a:accent2>
        <a:srgbClr val="E63946"/>
      </a:accent2>
      <a:accent3>
        <a:srgbClr val="00B4D8"/>
      </a:accent3>
      <a:accent4>
        <a:srgbClr val="48CAE4"/>
      </a:accent4>
      <a:accent5>
        <a:srgbClr val="00B4D8"/>
      </a:accent5>
      <a:accent6>
        <a:srgbClr val="7B2CBF"/>
      </a:accent6>
      <a:hlink>
        <a:srgbClr val="00B4D8"/>
      </a:hlink>
      <a:folHlink>
        <a:srgbClr val="48CAE4"/>
      </a:folHlink>
    </a:clrScheme>
    <a:fontScheme name="Times New Roman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