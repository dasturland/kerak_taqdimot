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695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>
          <a:latin typeface="Times New Roman"/>
        </a:defRPr>
      </a:lvl1pPr>
    </p:titleStyle>
    <p:bodyStyle>
      <a:lvl1pPr>
        <a:defRPr sz="1600">
          <a:latin typeface="Times New Roman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imgpanel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16432"/>
            <a:ext cx="5425135" cy="5425135"/>
          </a:xfrm>
          <a:prstGeom prst="rect">
            <a:avLst/>
          </a:prstGeom>
        </p:spPr>
      </p:pic>
      <p:sp>
        <p:nvSpPr>
          <p:cNvPr id="14" name="accent"/>
          <p:cNvSpPr/>
          <p:nvPr/>
        </p:nvSpPr>
        <p:spPr>
          <a:xfrm>
            <a:off x="548640" y="1097280"/>
            <a:ext cx="128016" cy="210312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itle"/>
          <p:cNvSpPr txBox="1"/>
          <p:nvPr/>
        </p:nvSpPr>
        <p:spPr>
          <a:xfrm>
            <a:off x="868680" y="1005840"/>
            <a:ext cx="5577840" cy="2560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uz-UZ" sz="40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  <a:p>
            <a:pPr>
              <a:spcBef>
                <a:spcPts val="1400"/>
              </a:spcBef>
            </a:pPr>
            <a:r>
              <a:rPr lang="uz-UZ" sz="2400" i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Hech qanday harakatlanuvchi qismlarsiz ma'lumotlarni elektr zaryadlari ko'rinishida saqlash fizikasi.</a:t>
            </a:r>
          </a:p>
        </p:txBody>
      </p:sp>
      <p:sp>
        <p:nvSpPr>
          <p:cNvPr id="16" name="divider"/>
          <p:cNvSpPr/>
          <p:nvPr/>
        </p:nvSpPr>
        <p:spPr>
          <a:xfrm>
            <a:off x="868680" y="3794760"/>
            <a:ext cx="5394960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meta"/>
          <p:cNvSpPr txBox="1"/>
          <p:nvPr/>
        </p:nvSpPr>
        <p:spPr>
          <a:xfrm>
            <a:off x="868680" y="3977639"/>
            <a:ext cx="5577840" cy="2560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Universitet: Jizzax davlat pedagogika universiteti tabiiy fanlar oliy maktabi</a:t>
            </a:r>
          </a:p>
          <a:p>
            <a:pPr>
              <a:spcAft>
                <a:spcPts val="600"/>
              </a:spcAft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Fan: Axborot tizimlari</a:t>
            </a:r>
          </a:p>
          <a:p>
            <a:pPr>
              <a:spcAft>
                <a:spcPts val="600"/>
              </a:spcAft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Guruh: 242_26</a:t>
            </a:r>
          </a:p>
          <a:p>
            <a:pPr>
              <a:spcAft>
                <a:spcPts val="600"/>
              </a:spcAft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Talaba: Toshboʻriyeva Marjona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Taqdimot rejasi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1-reja. NAND xotira arxitekturasi va harakatlanuvchi qismlarning yo'qligi.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2-reja. Suzuvchi zulfin (Floating Gate) tranzistorlari fizikasi.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3-reja. Axborotni yozish va o'chirish: Kvant tunnellanish effekti.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Xulosa. Flesh xotiralarning zamonaviy axborot tizimlaridagi ahamiyati.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2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1. NAND Flash xotira arxitekturasi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Fleshkalar (USB) va SSD disklar qattiq disklar (HDD) kabi aylanuvchi magnit plastinalarga ega emas. Ularning ichida mutlaqo harakatlanuvchi qismlar yo'q.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Solid-State: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Axborot faqatgina elektr toklari yordamida qattiq jismli (Solid-State) mikrosxemalarda saqlanadi.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NAND darvozalari: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Fleshkaning ichidagi asosiy xotira chipi "NAND" deb ataluvchi milliardlab mitti tranzistorlardan tashkil topgan bo'lib, ular barcha ma'lumotlarni 0 va 1 ko'rinishida saqlaydi.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3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Mikro dunyodagi minglab rasmlar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Kichkina USB qurilmasiga minglab yuqori sifatli rasmlar qanday sig'adi?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Buning siri tranzistorlarning o'lchamidadir. Zamonaviy fleshkalardagi bitta tranzistor (ma'lumot saqlovchi katakcha) inson sochidan minglab marta ingichka bo'ladi.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Ularning milliardlab donasi bitta kremniy (Silicon) kristaliga zichlashtiriladi. Kompyuterdan kelgan har bir rasm va hujjat aynan shu mitti katakchalarga elektr zaryadi tariqasida taqsimlanadi.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4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2. Suzuvchi zulfin (Floating Gate)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Fleshkadagi ma'lumot elektr toki uzilganda (kompyuterdan sug'urilganda) nega o'chib ketmaydi?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Sababi oddiy tranzistorlardan farqli o'laroq, fleshkalar "Suzuvchi zulfin" (Floating Gate) deb nomlanuvchi maxsus tranzistorlardan foydalanadi.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Izolyatsiya: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Bu zulfin elektr tokini o'tkazmaydigan o'ta yupqa oksid qatlami bilan har tomondan to'liq o'rab olingan (qamalgan).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Qopqonga tushgan elektronlar: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Agar elektronlar bu zulfin ichiga kiritilsa, ular u yerdan chiqa olmay, yillab qamalib qoladi.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5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Zaryadni saqlash: 0 va 1 larni ifodalash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Zulfin ichiga elektronlar kiritilgani yoki kiritilmagani axborotni o'qish imkonini beradi.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Mantiqiy "0":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Suzuvchi zulfinda elektronlar qamalgan bo'lsa, ular tranzistor orqali asosiy elektr tokining o'tishiga to'sqinlik qiladi. Kompyuter buni "0" deb o'qiydi.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Mantiqiy "1":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Zulfinda elektronlar yo'q bo'lsa, elektr toki bemalol o'tadi va kompyuter buni "1" deb qabul qiladi. Shu tariqa fayllar fizik holatga ko'chadi.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6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3. Kvant tunnellanish effekti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Agar zulfin izolyator bilan to'liq o'ralgan bo'lsa, elektronlar uning ichiga qanday kiradi?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Aynan shu yerda Kvant mexanikasi ishga tushadi! Kompyuter fleshkaga fayl yozayotganda tranzistorga kuchli kuchlanish (Volt) beradi.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Fauler-Nordxeym (Fowler-Nordheim) tunnellanishi: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Kuchli elektr maydoni ta'sirida elektronlar "kutilmaganda" o'tib bo'lmas oksid to'sig'idan teshib o'tib, zulfin ichiga tushib qoladi. Bu mo'jizaviy kvant hodisasi axborotni fleshkaga yozish imkonini beradi.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7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Ma'lumotlarni o'chirish va fleshkaning yeyilishi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Ma'lumotni o'chirish uchun fleshka zulfinga teskari kuchlanish beradi va elektronlarni kvant tunnellanish orqali yana tashqariga so'rib oladi.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Eskirish (Wear out):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Har safar elektronlar oksid qatlamidan kuch bilan teshib o'tganda, bu izolyatsiya qatlami sekin-asta yemiriladi.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Hayot sikli:</a:t>
            </a:r>
          </a:p>
          <a:p>
            <a:pPr marL="256032" indent="0">
              <a:spcBef>
                <a:spcPts val="400"/>
              </a:spcBef>
              <a:spcAft>
                <a:spcPts val="1000"/>
              </a:spcAft>
            </a:pPr>
            <a:r>
              <a:rPr lang="uz-UZ" sz="16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- Shu sababli USB fleshkalarning ma'lum bir yozish/o'chirish tsikli bor (odatda 10,000 dan 100,000 martagacha). Bu limit tugagach, u axborot saqlay olmay qoladi.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8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ar"/>
          <p:cNvSpPr/>
          <p:nvPr/>
        </p:nvSpPr>
        <p:spPr>
          <a:xfrm>
            <a:off x="548640" y="301752"/>
            <a:ext cx="128016" cy="566928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/>
          <p:nvPr/>
        </p:nvSpPr>
        <p:spPr>
          <a:xfrm>
            <a:off x="868680" y="256032"/>
            <a:ext cx="10789920" cy="7132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3200" b="1" dirty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Xulosa</a:t>
            </a:r>
          </a:p>
        </p:txBody>
      </p:sp>
      <p:sp>
        <p:nvSpPr>
          <p:cNvPr id="14" name="topbar"/>
          <p:cNvSpPr/>
          <p:nvPr/>
        </p:nvSpPr>
        <p:spPr>
          <a:xfrm>
            <a:off x="548640" y="1024128"/>
            <a:ext cx="11091672" cy="36576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mgpanel"/>
          <p:cNvSpPr/>
          <p:nvPr/>
        </p:nvSpPr>
        <p:spPr>
          <a:xfrm>
            <a:off x="7635240" y="1325880"/>
            <a:ext cx="4005072" cy="4892040"/>
          </a:xfrm>
          <a:prstGeom prst="rect">
            <a:avLst/>
          </a:prstGeom>
          <a:solidFill>
            <a:srgbClr val="122A45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pic>
        <p:nvPicPr>
          <p:cNvPr id="16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33956"/>
            <a:ext cx="3675888" cy="3675888"/>
          </a:xfrm>
          <a:prstGeom prst="rect">
            <a:avLst/>
          </a:prstGeom>
        </p:spPr>
      </p:pic>
      <p:sp>
        <p:nvSpPr>
          <p:cNvPr id="17" name="panel"/>
          <p:cNvSpPr/>
          <p:nvPr/>
        </p:nvSpPr>
        <p:spPr>
          <a:xfrm>
            <a:off x="457200" y="1325880"/>
            <a:ext cx="6858000" cy="489204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nelbar"/>
          <p:cNvSpPr/>
          <p:nvPr/>
        </p:nvSpPr>
        <p:spPr>
          <a:xfrm>
            <a:off x="457200" y="1325880"/>
            <a:ext cx="73152" cy="4892040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ody"/>
          <p:cNvSpPr txBox="1"/>
          <p:nvPr/>
        </p:nvSpPr>
        <p:spPr>
          <a:xfrm>
            <a:off x="868680" y="1600200"/>
            <a:ext cx="61264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Xulosa qilib aytganda, qo'limizdagi oddiy USB fleshka shunchaki plastik bo'lak emas. U ichida milliardlab mitti qopqonlarni saqlovchi kvant fizikasining mo'jizasidir.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uz-UZ" sz="18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Kvant tunnellanish effekti kabi murakkab fizik qonuniyatlar insoniyatga ma'lumotlarni harakatlanuvchi mexanizmlarsiz, sof elektr zaryadlari ko'rinishida saqlash va bugungi tezkor axborot tizimlarini yaratish imkonini berdi.</a:t>
            </a:r>
          </a:p>
        </p:txBody>
      </p:sp>
      <p:sp>
        <p:nvSpPr>
          <p:cNvPr id="20" name="footline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_l"/>
          <p:cNvSpPr txBox="1"/>
          <p:nvPr/>
        </p:nvSpPr>
        <p:spPr>
          <a:xfrm>
            <a:off x="548640" y="6455664"/>
            <a:ext cx="82296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Fleshkalar (USB) qanday ishlaydi?</a:t>
            </a:r>
          </a:p>
        </p:txBody>
      </p:sp>
      <p:sp>
        <p:nvSpPr>
          <p:cNvPr id="22" name="foot_r"/>
          <p:cNvSpPr txBox="1"/>
          <p:nvPr/>
        </p:nvSpPr>
        <p:spPr>
          <a:xfrm>
            <a:off x="8961120" y="6455664"/>
            <a:ext cx="2679192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lang="uz-UZ" sz="14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9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0"/>
            <a:ext cx="6858000" cy="6858000"/>
          </a:xfrm>
          <a:prstGeom prst="rect">
            <a:avLst/>
          </a:prstGeom>
        </p:spPr>
      </p:pic>
      <p:sp>
        <p:nvSpPr>
          <p:cNvPr id="13" name="panel"/>
          <p:cNvSpPr/>
          <p:nvPr/>
        </p:nvSpPr>
        <p:spPr>
          <a:xfrm>
            <a:off x="1371600" y="2011680"/>
            <a:ext cx="9445752" cy="2834640"/>
          </a:xfrm>
          <a:prstGeom prst="rect">
            <a:avLst/>
          </a:prstGeom>
          <a:solidFill>
            <a:srgbClr val="0B1E33"/>
          </a:solidFill>
          <a:ln w="12700">
            <a:solidFill>
              <a:srgbClr val="00C2D1"/>
            </a:solidFill>
          </a:ln>
        </p:spPr>
        <p:txBody>
          <a:bodyPr/>
          <a:lstStyle/>
          <a:p/>
        </p:txBody>
      </p:sp>
      <p:sp>
        <p:nvSpPr>
          <p:cNvPr id="14" name="cbar"/>
          <p:cNvSpPr/>
          <p:nvPr/>
        </p:nvSpPr>
        <p:spPr>
          <a:xfrm>
            <a:off x="5641848" y="2331720"/>
            <a:ext cx="914400" cy="54864"/>
          </a:xfrm>
          <a:prstGeom prst="rect">
            <a:avLst/>
          </a:prstGeom>
          <a:solidFill>
            <a:srgbClr val="00C2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text"/>
          <p:cNvSpPr txBox="1"/>
          <p:nvPr/>
        </p:nvSpPr>
        <p:spPr>
          <a:xfrm>
            <a:off x="1737360" y="2194560"/>
            <a:ext cx="8714232" cy="2468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uz-UZ" sz="4000" b="1" dirty="0">
                <a:solidFill>
                  <a:srgbClr val="00C2D1"/>
                </a:solidFill>
                <a:latin typeface="Times New Roman"/>
                <a:cs typeface="Times New Roman"/>
                <a:ea typeface="Times New Roman"/>
              </a:rPr>
              <a:t>E'tiboringiz uchun rahmat!</a:t>
            </a:r>
          </a:p>
          <a:p>
            <a:pPr algn="ctr">
              <a:spcBef>
                <a:spcPts val="800"/>
              </a:spcBef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Mavzu: Fleshkalar (USB) qanday qilib ma'lumot saqlaydi?</a:t>
            </a:r>
          </a:p>
          <a:p>
            <a:pPr algn="ctr">
              <a:spcBef>
                <a:spcPts val="800"/>
              </a:spcBef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Taqdimotchi: Toshboʻriyeva Marjona (242_26 - guruh)</a:t>
            </a:r>
          </a:p>
          <a:p>
            <a:pPr algn="ctr">
              <a:spcBef>
                <a:spcPts val="800"/>
              </a:spcBef>
            </a:pPr>
            <a:r>
              <a:rPr lang="uz-UZ" sz="1400" dirty="0">
                <a:solidFill>
                  <a:srgbClr val="E2E8F0"/>
                </a:solidFill>
                <a:latin typeface="Times New Roman"/>
                <a:cs typeface="Times New Roman"/>
                <a:ea typeface="Times New Roman"/>
              </a:rPr>
              <a:t>Jizzax davlat pedagogika universiteti - Axborot tizimlari fani.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1E33"/>
      </a:dk2>
      <a:lt2>
        <a:srgbClr val="E7E6E6"/>
      </a:lt2>
      <a:accent1>
        <a:srgbClr val="00C2D1"/>
      </a:accent1>
      <a:accent2>
        <a:srgbClr val="3B82F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python-pptx-fallback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Fleshkalar (USB) qanday ishlaydi?</dc:title>
  <dc:creator>Toshboʻriyeva Marjona</dc:creator>
  <cp:lastModifiedBy>Toshboʻriyeva Marjona</cp:lastModifiedBy>
</cp:coreProperties>
</file>